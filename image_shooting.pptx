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7" autoAdjust="0"/>
    <p:restoredTop sz="94660"/>
  </p:normalViewPr>
  <p:slideViewPr>
    <p:cSldViewPr snapToGrid="0" snapToObjects="1">
      <p:cViewPr>
        <p:scale>
          <a:sx n="118" d="100"/>
          <a:sy n="118" d="100"/>
        </p:scale>
        <p:origin x="11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タイトル画面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9209" y="2629912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 err="1"/>
              <a:t>武器切り替え型アリーナシューティング</a:t>
            </a:r>
            <a:br>
              <a:rPr dirty="0"/>
            </a:br>
            <a:br>
              <a:rPr dirty="0"/>
            </a:br>
            <a:r>
              <a:rPr dirty="0"/>
              <a:t>[</a:t>
            </a:r>
            <a:r>
              <a:rPr dirty="0" err="1"/>
              <a:t>ゲーム開始</a:t>
            </a:r>
            <a:r>
              <a:rPr dirty="0"/>
              <a:t>]</a:t>
            </a:r>
            <a:br>
              <a:rPr dirty="0"/>
            </a:br>
            <a:r>
              <a:rPr dirty="0"/>
              <a:t>[</a:t>
            </a:r>
            <a:r>
              <a:rPr dirty="0" err="1"/>
              <a:t>操作説明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強化選択画面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0724" y="22860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Wave CLEAR!</a:t>
            </a:r>
            <a:br>
              <a:rPr dirty="0"/>
            </a:br>
            <a:br>
              <a:rPr dirty="0"/>
            </a:br>
            <a:r>
              <a:rPr dirty="0"/>
              <a:t>強化を1つ選択</a:t>
            </a:r>
            <a:br>
              <a:rPr dirty="0"/>
            </a:br>
            <a:br>
              <a:rPr dirty="0"/>
            </a:br>
            <a:r>
              <a:rPr dirty="0"/>
              <a:t>[</a:t>
            </a:r>
            <a:r>
              <a:rPr dirty="0" err="1"/>
              <a:t>攻撃力UP</a:t>
            </a:r>
            <a:r>
              <a:rPr dirty="0"/>
              <a:t>] [</a:t>
            </a:r>
            <a:r>
              <a:rPr dirty="0" err="1"/>
              <a:t>連射速度UP</a:t>
            </a:r>
            <a:r>
              <a:rPr dirty="0"/>
              <a:t>] [</a:t>
            </a:r>
            <a:r>
              <a:rPr dirty="0" err="1"/>
              <a:t>移動速度UP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ボス戦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06922" y="1720463"/>
            <a:ext cx="2130711" cy="415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br>
              <a:rPr dirty="0"/>
            </a:br>
            <a:br>
              <a:rPr dirty="0"/>
            </a:br>
            <a:r>
              <a:rPr dirty="0"/>
              <a:t>     </a:t>
            </a:r>
            <a:r>
              <a:rPr dirty="0" err="1"/>
              <a:t>ボス</a:t>
            </a:r>
            <a:br>
              <a:rPr dirty="0"/>
            </a:br>
            <a:br>
              <a:rPr dirty="0"/>
            </a:br>
            <a:r>
              <a:rPr dirty="0"/>
              <a:t>  </a:t>
            </a:r>
            <a:r>
              <a:rPr dirty="0" err="1"/>
              <a:t>敵弾</a:t>
            </a:r>
            <a:r>
              <a:rPr dirty="0"/>
              <a:t>   </a:t>
            </a:r>
            <a:r>
              <a:rPr dirty="0" err="1"/>
              <a:t>敵弾</a:t>
            </a:r>
            <a:br>
              <a:rPr dirty="0"/>
            </a:br>
            <a:endParaRPr lang="en-US" dirty="0"/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lang="en-US" dirty="0"/>
          </a:p>
          <a:p>
            <a:pPr>
              <a:defRPr sz="2200"/>
            </a:pPr>
            <a:br>
              <a:rPr dirty="0"/>
            </a:br>
            <a:r>
              <a:rPr dirty="0"/>
              <a:t>    ▲</a:t>
            </a:r>
            <a:r>
              <a:rPr dirty="0" err="1"/>
              <a:t>プレイヤ</a:t>
            </a:r>
            <a:r>
              <a:rPr dirty="0"/>
              <a:t>ー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E253E46-3E1C-A593-8895-A503629ACB47}"/>
              </a:ext>
            </a:extLst>
          </p:cNvPr>
          <p:cNvSpPr txBox="1"/>
          <p:nvPr/>
        </p:nvSpPr>
        <p:spPr>
          <a:xfrm>
            <a:off x="384372" y="189405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BOSS HP ███████████</a:t>
            </a:r>
            <a:br>
              <a:rPr lang="en-US" altLang="ja-JP" dirty="0"/>
            </a:br>
            <a:r>
              <a:rPr lang="en-US" altLang="ja-JP" dirty="0"/>
              <a:t>HP █████</a:t>
            </a:r>
            <a:endParaRPr lang="ja-JP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</Words>
  <Application>Microsoft Office PowerPoint</Application>
  <PresentationFormat>画面に合わせる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ISHII Fuki</cp:lastModifiedBy>
  <cp:revision>2</cp:revision>
  <dcterms:created xsi:type="dcterms:W3CDTF">2013-01-27T09:14:16Z</dcterms:created>
  <dcterms:modified xsi:type="dcterms:W3CDTF">2026-07-08T13:38:33Z</dcterms:modified>
  <cp:category/>
</cp:coreProperties>
</file>